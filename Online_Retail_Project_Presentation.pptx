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ONLINE RETAIL</a:t>
            </a:r>
            <a:br/>
            <a:r>
              <a:t>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6576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A5E6E1"/>
                </a:solidFill>
              </a:defRPr>
            </a:pPr>
            <a:r>
              <a:t>Data Cleaning • Exploratory Analysis • Visualizations •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97880"/>
            <a:ext cx="445416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dirty="0"/>
              <a:t>Prepared by: [</a:t>
            </a:r>
            <a:r>
              <a:rPr lang="en-IN" dirty="0"/>
              <a:t>Shaik Noushad Ahmed</a:t>
            </a:r>
            <a:r>
              <a:rPr dirty="0"/>
              <a:t>]  |  Internship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74F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8080"/>
                </a:solidFill>
              </a:defRPr>
            </a:pPr>
            <a:r>
              <a:t>What the project aims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Analyze online retail transactions to understand sales performance and purchasing patterns.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Clean and prepare the data using Python before analysis.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Create visualizations and an interactive Power BI dashboard.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Use the results to support practical business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74F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8080"/>
                </a:solidFill>
              </a:defRPr>
            </a:pPr>
            <a:r>
              <a:t>Why analyze retail transactions?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Retail businesses need to understand which products and markets contribute most to sales.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Sales may vary across months, countries, products, and weekdays.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Data analysis can reveal patterns that support better inventory and marketing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74F"/>
                </a:solidFill>
                <a:latin typeface="Aptos Display"/>
              </a:defRPr>
            </a:pPr>
            <a:r>
              <a:t>Dataset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8080"/>
                </a:solidFill>
              </a:defRPr>
            </a:pPr>
            <a:r>
              <a:t>Data source and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Dataset: UCI Online Retail transaction data.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Key fields: InvoiceNo, Description, Quantity, InvoiceDate, UnitPrice, CustomerID, Country.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Python libraries: Pandas, Matplotlib, and Seaborn.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Tools: VS Code, Power BI Desktop, GitHub.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Sales metric calculated as Quantity × UnitPrice.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74F"/>
                </a:solidFill>
                <a:latin typeface="Aptos Display"/>
              </a:defRPr>
            </a:pPr>
            <a:r>
              <a:t>Data Cleaning &amp;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8080"/>
                </a:solidFill>
              </a:defRPr>
            </a:pPr>
            <a:r>
              <a:t>Preparing the data for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Inspected dataset shape, columns, data types, missing values, and duplicates.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Removed duplicate rows and records missing essential fields.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Excluded non-positive quantity and unit-price records for sales analysis.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Calculated descriptive statistics, correlations, and potential IQR outliers.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Retained missing CustomerID values because the IDs could not be recovered.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74F"/>
                </a:solidFill>
                <a:latin typeface="Aptos Display"/>
              </a:defRPr>
            </a:pPr>
            <a:r>
              <a:t>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8080"/>
                </a:solidFill>
              </a:defRPr>
            </a:pPr>
            <a:r>
              <a:t>Charts used to explore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Top countries by total sales — compares market performance.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Monthly sales trend — shows changes over time.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Unit-price histogram — displays price distribution.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Quantity vs. unit-price scatter plot — explores variable relationships.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Sales by weekday and correlation heatmap — supports comparisons and relationship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74F"/>
                </a:solidFill>
                <a:latin typeface="Aptos Display"/>
              </a:defRPr>
            </a:pPr>
            <a:r>
              <a:t>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8080"/>
                </a:solidFill>
              </a:defRPr>
            </a:pPr>
            <a:r>
              <a:t>Interactive business performance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KPI cards: Total Sales, Total Quantity, and Total Invoices.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Charts: sales by country, monthly sales, top products, and sales by weekday.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Slicers: Country and InvoiceDate.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Filters allow users to explore specific markets and periods.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Insert a screenshot of your completed dashboard on this slide before presenting.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74F"/>
                </a:solidFill>
                <a:latin typeface="Aptos Display"/>
              </a:defRPr>
            </a:pPr>
            <a: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8080"/>
                </a:solidFill>
              </a:defRPr>
            </a:pPr>
            <a:r>
              <a:t>Replace these prompts with actual dashboard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Highest-sales country: [enter actual country and value].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Lowest-sales country: [enter actual country and value].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Best-performing month: [enter actual month and value].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Top-selling product: [enter actual product and value].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Weekday pattern: [enter actual highest/lowest sales weekday].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74F"/>
                </a:solidFill>
                <a:latin typeface="Aptos Display"/>
              </a:defRPr>
            </a:pPr>
            <a:r>
              <a:t>Recommendations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8080"/>
                </a:solidFill>
              </a:defRPr>
            </a:pPr>
            <a:r>
              <a:t>How the business can use the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Maintain appropriate stock for top-selling products to reduce stockouts.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Investigate lower-performing markets and test targeted promotions.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Use observed sales trends to plan promotions and compare their results.</a:t>
            </a:r>
          </a:p>
          <a:p>
            <a:pPr>
              <a:spcAft>
                <a:spcPts val="1600"/>
              </a:spcAft>
              <a:defRPr sz="2200">
                <a:solidFill>
                  <a:srgbClr val="232D37"/>
                </a:solidFill>
              </a:defRPr>
            </a:pPr>
            <a:r>
              <a:t>The project demonstrates how Python and Power BI turn transaction data into actionable business information.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488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Shaik Noushad</cp:lastModifiedBy>
  <cp:revision>2</cp:revision>
  <dcterms:created xsi:type="dcterms:W3CDTF">2013-01-27T09:14:16Z</dcterms:created>
  <dcterms:modified xsi:type="dcterms:W3CDTF">2026-10-19T20:12:43Z</dcterms:modified>
  <cp:category/>
</cp:coreProperties>
</file>